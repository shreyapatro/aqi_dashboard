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3474720" cy="34747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834640"/>
            <a:ext cx="2194560" cy="21945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INDIA INNOVATES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AQI &amp;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Mitigation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0370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Ward-wise real-time air quality intelligence powered by machine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3749040"/>
            <a:ext cx="411480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Team Name Here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4160520"/>
            <a:ext cx="411480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4160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1 | Name 2 | Name 3 — College / Institution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64008" cy="15087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AQI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4632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Vihar, Delhi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180 at Lodhi Garden — same city, same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64008" cy="1508760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207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/ year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air pollution in India (WHO)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15568"/>
            <a:ext cx="64008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207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36792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hyper-local ML source-attribution platform exists in India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AQI averages mask dangerous ward-level pollution spikes — policy responses are too broad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027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identifies localised sources: construction dust, biomass burning, vehicular emissions in real time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administrators lack automated, data-backed policy recommendations — manual processes take days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" y="449884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receive no personalised health advisories based on their specific ward's actual air conditions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AQI-Lens: Ward-Wise Air Intelligence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36192"/>
            <a:ext cx="42062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Ward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 heatmap at ward granularity — not city averages. Drill down to any neighbourhood with up-to-the-minute sensor + satellite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3619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36192"/>
            <a:ext cx="4206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Source Attribution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93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LSTM models classify pollution sources (construction, biomass burning, vehicular exhaust) with 85%+ accuracy.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27832"/>
            <a:ext cx="42062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55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Policy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Graded Response Action Plan (GRAP) policy orders: restrict construction, issue traffic bans, trigger fire alerts — instantly.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278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27832"/>
            <a:ext cx="4206240" cy="73152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355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Health Alerts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push notifications by ward: avoid outdoor exercise, wear N95, school closure advisories — targeted by health profile.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0200" cy="35204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160020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DATA INGESTION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671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Sentinel-5P Satellite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825496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254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483864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8386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01368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960120"/>
            <a:ext cx="1600200" cy="35204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960120"/>
            <a:ext cx="16002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9601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DATA PIPELINE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57400" y="1508760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5087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2167128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671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57400" y="2825496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8254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57400" y="3483864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348386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84448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960120"/>
            <a:ext cx="1600200" cy="35204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F481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960120"/>
            <a:ext cx="1600200" cy="438912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9601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ML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1508760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F481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15087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0" y="2167128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F481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1671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2825496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F481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28254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Classifier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3483864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F48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48386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67528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960120"/>
            <a:ext cx="1600200" cy="35204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960120"/>
            <a:ext cx="1600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9601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BACKEND API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23560" y="1508760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15087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23560" y="2167128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21671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23560" y="2825496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28254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23560" y="3483864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348386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50608" y="24871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D"/>
                </a:solidFill>
              </a:rPr>
              <a:t>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960120"/>
            <a:ext cx="1600200" cy="352044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0" y="960120"/>
            <a:ext cx="160020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9601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FRONTEND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06640" y="1508760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15087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06640" y="2167128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216712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06640" y="2825496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28254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06640" y="3483864"/>
            <a:ext cx="1417320" cy="530352"/>
          </a:xfrm>
          <a:prstGeom prst="rect">
            <a:avLst/>
          </a:prstGeom>
          <a:solidFill>
            <a:srgbClr val="0D2A3A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348386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on AWS / GCP — containerised microservices with Docker + Kubernetes. All APIs are open and government-deployable.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993392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05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81328"/>
            <a:ext cx="6400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Open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883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 sensor feeds across India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51760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651760"/>
            <a:ext cx="6400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Sentinel-5P (ESA)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3054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NO₂, PM2.5 measurements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82219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822192"/>
            <a:ext cx="6400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42245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humidity for dispersion modelling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32304" y="1005840"/>
            <a:ext cx="1993392" cy="384048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1005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ML &amp; BACKEND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32304" y="1481328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32304" y="1481328"/>
            <a:ext cx="64008" cy="1051560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Scikit-learn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96896" y="1883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source classifier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32304" y="2651760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32304" y="2651760"/>
            <a:ext cx="64008" cy="1051560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96896" y="3054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AQI forecasting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32304" y="382219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32304" y="3822192"/>
            <a:ext cx="64008" cy="1051560"/>
          </a:xfrm>
          <a:prstGeom prst="rect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96896" y="42245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REST + WebSocket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08576" y="1005840"/>
            <a:ext cx="1993392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1005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08576" y="1481328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1481328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1883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streaming pipeline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08576" y="2651760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08576" y="265176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054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PostgreSQL database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08576" y="382219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08576" y="3822192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2245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scalable deployment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84848" y="1005840"/>
            <a:ext cx="1993392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1005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84848" y="1481328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84848" y="1481328"/>
            <a:ext cx="6400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49440" y="1883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citizen portal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84848" y="2651760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84848" y="2651760"/>
            <a:ext cx="6400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/ MapBox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49440" y="3054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ward-level AQI maps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84848" y="382219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84848" y="3822192"/>
            <a:ext cx="6400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49440" y="42245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citizen alerts app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Granularity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to map AQI at ward level. Each of India's 5,000+ urban wards gets its own live index — not city averages.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58768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Source Fingerprinting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1645920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755648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pollution sources (construction, burning, industrial, traffic) at 87% accuracy using sensor + meteorological patterns.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2070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Sub-30s Alert Latency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0216" y="1645920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755648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Kafka-powered streaming delivers ward-specific alerts in under 30 seconds — before conditions worsen.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1089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Automation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547872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57600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Auto-drafts GRAP policy orders mapped to AQI severity — cutting admin response time from days to minutes.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980944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31089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Audience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55848" y="3547872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657600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citizen app (health-first UX) and admin portal (policy + analytics) powered by the same real-time data layer.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980944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0216" y="31089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03136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Gov-Ready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0216" y="3547872"/>
            <a:ext cx="2487168" cy="27432"/>
          </a:xfrm>
          <a:prstGeom prst="rect">
            <a:avLst/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657600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 APIs and open-source stack. Deployable in any Indian city with CPCB sensors. Designed for government adoption.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LINKS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DATA APIS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26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Air Quality API — api.data.gov.in/resource/3b01bcb8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379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Sentinel-5P TROPOMI — sentinel.esa.int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942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249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Air Pollution API — openweathermap.org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660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Meteorological Dept — mausam.imd.gov.in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9544"/>
            <a:ext cx="416052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9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RESEARCH PAPERS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557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(2021) — Spatiotemporal AQI Forecasting with LSTM, Applied Sciences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968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Air Quality Guidelines 2021 — who.int/publications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37997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43799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GRAP Framework — cpcb.nic.in/graded-response-action-plan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416052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PROJECT LINKS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42646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426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github.com/your-team/aqi-lens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83794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379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aqi-lens.vercel.app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24942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249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— youtu.be/your-demo-link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66090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660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— docs.aqi-lens.dev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209544"/>
            <a:ext cx="416052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209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FRAMEWORKS &amp; TOOLS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55701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557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fastapi.tiangolo.com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96849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968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— kafka.apache.org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37997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799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— timescale.com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79145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791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— leafletjs.com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 is not a privilege — it's a right. Let's build the intelligence to protect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246120"/>
            <a:ext cx="2331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aqi-lens.vercel.app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3246120"/>
            <a:ext cx="2331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github.com/your-team/aqi-lens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61888" y="3246120"/>
            <a:ext cx="2331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yourteam@email.com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Innovates 2026  |  Governance &amp; Smart Systems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Hyper-Local AQI &amp; Pollution Mitigation Dashboard</dc:title>
  <dc:subject>PptxGenJS Presentation</dc:subject>
  <dc:creator>PptxGenJS</dc:creator>
  <cp:lastModifiedBy>PptxGenJS</cp:lastModifiedBy>
  <cp:revision>1</cp:revision>
  <dcterms:created xsi:type="dcterms:W3CDTF">2026-03-09T15:41:36Z</dcterms:created>
  <dcterms:modified xsi:type="dcterms:W3CDTF">2026-03-09T15:41:36Z</dcterms:modified>
</cp:coreProperties>
</file>